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Arab Times" panose="020B0604020202020204" charset="-78"/>
      <p:regular r:id="rId3"/>
    </p:embeddedFont>
    <p:embeddedFont>
      <p:font typeface="Calibri" panose="020F0502020204030204" pitchFamily="34" charset="0"/>
      <p:regular r:id="rId4"/>
      <p:bold r:id="rId5"/>
    </p:embeddedFont>
    <p:embeddedFont>
      <p:font typeface="Dubai" panose="020B0503030403030204" pitchFamily="34" charset="-78"/>
      <p:regular r:id="rId6"/>
      <p:bold r:id="rId7"/>
    </p:embeddedFont>
    <p:embeddedFont>
      <p:font typeface="Noto Sans Arabic" panose="020B0604020202020204"/>
      <p:regular r:id="rId8"/>
    </p:embeddedFont>
    <p:embeddedFont>
      <p:font typeface="Open Sans" panose="020B0606030504020204" pitchFamily="34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Tahoma" panose="020B0604030504040204" pitchFamily="34" charset="0"/>
      <p:regular r:id="rId17"/>
      <p:bold r:id="rId18"/>
    </p:embeddedFont>
    <p:embeddedFont>
      <p:font typeface="Times New Roman" panose="02020603050405020304" pitchFamily="18" charset="0"/>
      <p:regular r:id="rId19"/>
    </p:embeddedFont>
    <p:embeddedFont>
      <p:font typeface="Times New Roman Bold" panose="02020803070505020304" pitchFamily="18" charset="0"/>
      <p:regular r:id="rId2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90" d="100"/>
          <a:sy n="90" d="100"/>
        </p:scale>
        <p:origin x="160" y="-13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21" Type="http://schemas.openxmlformats.org/officeDocument/2006/relationships/font" Target="fonts/font19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4.fntdata"/><Relationship Id="rId20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24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23" Type="http://schemas.openxmlformats.org/officeDocument/2006/relationships/viewProps" Target="viewProps.xml"/><Relationship Id="rId10" Type="http://schemas.openxmlformats.org/officeDocument/2006/relationships/font" Target="fonts/font8.fntdata"/><Relationship Id="rId19" Type="http://schemas.openxmlformats.org/officeDocument/2006/relationships/font" Target="fonts/font17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sihasa.vercel.app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://www.sathaapp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3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43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64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>
                <a:solidFill>
                  <a:srgbClr val="306DB5"/>
                </a:solidFill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19275" y="3690118"/>
            <a:ext cx="377140" cy="1194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874589" y="3713813"/>
            <a:ext cx="917943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86930" y="3708073"/>
            <a:ext cx="855902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06596" y="3704816"/>
            <a:ext cx="435959" cy="956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7835" y="3720207"/>
            <a:ext cx="215798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Noto Sans Arabic"/>
                <a:ea typeface="Noto Sans Arabic"/>
                <a:cs typeface="+mj-cs"/>
                <a:sym typeface="Noto Sans Arabic"/>
                <a:rtl/>
              </a:rPr>
              <a:t>الى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603030403030204" pitchFamily="34" charset="-78"/>
                <a:ea typeface="Microsoft GothicNeo" panose="020B0500000101010101" pitchFamily="34" charset="-127"/>
                <a:cs typeface="Dubai" panose="020B0603030403030204" pitchFamily="34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{{DOCTOR_NAME_AR}}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27209" y="3697100"/>
            <a:ext cx="4039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Segoe UI" panose="020B0502040204020203" pitchFamily="34" charset="0"/>
                <a:ea typeface="Tahoma" panose="020B0604030504040204" pitchFamily="34" charset="0"/>
                <a:cs typeface="+mj-cs"/>
                <a:sym typeface="Noto Sans Arabic"/>
                <a:rtl/>
              </a:rPr>
              <a:t>يوم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FFFFFF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 dirty="0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06018" y="10577798"/>
            <a:ext cx="4023236" cy="78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05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To check the report please visit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Seha's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offical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website</a:t>
            </a:r>
          </a:p>
        </p:txBody>
      </p:sp>
      <p:sp>
        <p:nvSpPr>
          <p:cNvPr id="58" name="TextBox 58">
            <a:hlinkClick r:id="rId9" invalidUrl="http://www.sathaapp.com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 err="1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</a:t>
            </a: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217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04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09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رقم الترخيص : </a:t>
            </a:r>
            <a:r>
              <a:rPr lang="en-US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33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5" name="TextBox 65"/>
          <p:cNvSpPr txBox="1"/>
          <p:nvPr/>
        </p:nvSpPr>
        <p:spPr>
          <a:xfrm>
            <a:off x="5871210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491755" y="3708073"/>
            <a:ext cx="397016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896414" y="3694328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202486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84622" y="3690118"/>
            <a:ext cx="1842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82207" y="3686442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213364" y="3685361"/>
            <a:ext cx="917943" cy="710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358791" y="3685361"/>
            <a:ext cx="917943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{{ID_NUMBER}}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260</Words>
  <Application>Microsoft Office PowerPoint</Application>
  <PresentationFormat>مخصص</PresentationFormat>
  <Paragraphs>66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10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12" baseType="lpstr">
      <vt:lpstr>Arab Times</vt:lpstr>
      <vt:lpstr>Dubai</vt:lpstr>
      <vt:lpstr>Calibri</vt:lpstr>
      <vt:lpstr>Open Sans</vt:lpstr>
      <vt:lpstr>Segoe UI</vt:lpstr>
      <vt:lpstr>Noto Sans Arabic</vt:lpstr>
      <vt:lpstr>Tahoma</vt:lpstr>
      <vt:lpstr>Arial</vt:lpstr>
      <vt:lpstr>Times New Roman Bold</vt:lpstr>
      <vt:lpstr>Times New Roman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cp:lastModifiedBy>Amjad Alsabry</cp:lastModifiedBy>
  <cp:revision>18</cp:revision>
  <dcterms:created xsi:type="dcterms:W3CDTF">2006-08-16T00:00:00Z</dcterms:created>
  <dcterms:modified xsi:type="dcterms:W3CDTF">2026-04-01T22:14:49Z</dcterms:modified>
  <dc:identifier>DAG9MLGmOeo</dc:identifier>
</cp:coreProperties>
</file>